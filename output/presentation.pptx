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这页先对齐预期：我们不是做一个聊天机器人，而是做一个工程化排障系统。今天重点不是“模型多聪明”，而是系统如何让推理过程可控、可审计、可复盘。听完后大家应该能按代码路径追一遍完整调用链。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这里强调三件事：可控、可解释、可回放。可控体现在主 Agent 命令先行；可解释体现在每次工具和 Skill 命中都有审计；可回放体现在会话状态和事件都可恢复。这个目标决定了后面的架构分层。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这页是代码阅读导航。前端负责交互和配置，API 提供启动与设置入口，Service 负责业务编排，Runtime 负责状态机和调度，Persistence 负责存证。建议新人先按这个层次读，而不是随机翻文件。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一次会话从 Incident 发起后，先做资产采集和上下文压缩，再进入 LangGraph。每个 Agent 都遵循同一流水线，输出是结构化 JSON，不是散文。最终通过 WebSocket 把过程和结论实时回推前端。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这页讲图结构。你只要记住两个控制位：`next_step` 决定本轮走谁，`continue_next_round` 决定要不要开下一轮。所有复杂行为，最终都能落在这两个状态字段上。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HybridRouter 不是“纯 LLM 调度”，而是多层决策。先看预置步骤和共识捷径，再看预算和覆盖度，最后才用动态路由，失败再回退规则。这样可以避免无限循环和低质量重复讨论。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个 Agent 不是平均分工，而是按阶段分工：分析、质疑、反驳、裁决、验证。ProblemAnalysisAgent 是主持人，Judge 是收敛点，Verification 是落地闭环。这个阶段化设计是可维护性的关键。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这是单 Agent 的核心执行链。命令先进入门禁，再决定工具和 Skill，最后才调用 LLM。也就是说模型不是入口，而是流水线中的一个环节。系统逻辑始终在模型之外控制质量。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 不是硬编码 prompt，而是可配置、可审计的本地能力。前端 /settings 可以直接改配置，后端统一持久化，再由运行时按需读取。这样做让 Skill 成为产品能力，而不是开发者手工技巧。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 命中遵循明确优先级：显式 hints &gt; 自动 hints &gt; 文本匹配。并且要满足启用、权限、命令与门禁条件。最终结果进入 skill_context，并写入审计。这能解释“为什么命中/为什么没命中”。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可靠性治理是生产可用的底线。LLM 超时会重试，失败可降级；调度有规则引擎防止无效循环；会话必须有终态；结论可启用有效性门禁；中断可恢复。没有这些，系统很快会在真实场景失控。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这页是观测与审计。排障时我们不只看最终答案，要看轨迹：谁发了命令、调用了什么工具、命中了什么 Skill、为何走到这个结论。Incident 页面就是这条轨迹的可视化窗口。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新增 Agent 的正确姿势是“文档协议先行，再改代码”。从 specs、builder、routing、tool context 到 skill 与配置开关，需要一条完整链路。跳步骤会导致能跑但不可治理，后期成本很高。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最后做收束：把系统理解为四层流水线。新人落地建议是先抓主链文件，再看 Skill 与配置，最后结合一次真实会话事件流做追踪。只要主链打通，上手速度会很快。</a:t>
            </a:r>
          </a:p>
          <a:p>
            <a:r>
              <a:t>---</a:t>
            </a:r>
          </a:p>
          <a:p>
            <a:r>
              <a:t># 5 步复用指南</a:t>
            </a:r>
          </a:p>
          <a:p>
            <a:r>
              <a:t>1. 替换封面主题与目标受众。  </a:t>
            </a:r>
          </a:p>
          <a:p>
            <a:r>
              <a:t>2. 保留“架构-调度-Agent-Skill-治理-扩展”主脉络。  </a:t>
            </a:r>
          </a:p>
          <a:p>
            <a:r>
              <a:t>3. 将示例文件路径替换为你当前分支实际路径。  </a:t>
            </a:r>
          </a:p>
          <a:p>
            <a:r>
              <a:t>4. 将可靠性与规则阈值替换为你环境配置。  </a:t>
            </a:r>
          </a:p>
          <a:p>
            <a:r>
              <a:t>5. 用一次真实 session 的事件流补充案例页。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多 Agent RCA 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主题：代码架构、调度机制、Skill 能力与扩展方法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受众：新加入项目的研发/SRE/测试同学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目标：20 分钟内建立可落地的代码认知地图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1. 项目目标：可控、可解释、可回放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这是“多 Agent 协作排障系统”，不是单轮对话机器人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LLM 负责推理，系统负责流程与治理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可控：主 Agent 先下命令，专家后执行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可解释：工具调用与 Skill 命中可审计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可回放：会话事件、断点与结论可恢复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2. 代码分层架构（从前端到运行时）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Frontend：Incident / Settings 页面承接交互与配置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API：/debates、/settings/tooling、WS 实时流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Services：debate_service、agent_tool_context_service、agent_skill_service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Runtime：LangGraph Orchestrator + Nodes + Routing + Execution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Persistence：session store、lineage、tooling config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3. 端到端执行链路（一次会话）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用户在 Incident 发起分析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DebateService 做资产采集与上下文压缩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Orchestrator 启动 LangGraph 执行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Agent 执行：命令 -&gt; 工具/Skill -&gt; LLM -&gt; 结构化输出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事件流实时推送前端，最终落地报告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4. LangGraph 图：核心节点拓扑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主链：init_session -&gt; round_start -&gt; supervisor_decide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执行节点：analysis_parallel / collaboration / speak:agent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收敛链：round_evaluate -&gt; (round_start | finalize)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关键状态：next_step、continue_next_round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协作节点受 DEBATE_ENABLE_COLLABORATION 开关控制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5. 调度机制：HybridRouter 怎么做决定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Stage 1：Seeded（主 Agent 预置步骤）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Stage 2：Consensus shortcut（Judge 高置信收敛）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Stage 3：覆盖后强制 Critic/Rebuttal/Judge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Stage 4：预算保护，步数超限回退规则路由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Stage 5/6：动态 LLM 路由 + 异常兜底 guardrail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6. Agent 体系：13 个角色分工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Coordination：ProblemAnalysisAgent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Analysis：Log/Domain/Code/Database/Metrics/Change/Runbook/RuleSuggestion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Critique：Critic -&gt; Rebuttal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Judgment：Judge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Verification：Verification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7. 单个 Agent 的运行流水线（最重要）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接收命令：task/focus/expected_output/use_tool/skill_hints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命令门禁：command_gate 判定是否允许工具/Skill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工具上下文：日志、代码、数据库、指标等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Skill 上下文：hints 或文本匹配命中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LLM 调用 + 结构化归一化 + 状态回写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8. Skill 能力：配置入口与生效路径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配置模型：enabled/skills_dir/max_skills/max_skill_chars/allowed_agents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前端入口：/settings -&gt; Agent Skill Router 配置卡片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后端接口：GET/PUT /api/v1/settings/tooling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持久化：tooling_config.json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运行时：tooling_service.get_config() -&gt; skill select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9. Skill 选择逻辑：如何命中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优先级 1：命令显式 skill_hints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优先级 2：运行时自动补 hints（按 agent + incident 信号）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优先级 3：文本匹配打分（task/focus/expected_output + triggers）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前置条件：enabled + allowed + has_command + allow_tool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产出：skill_context + agent_skill_router 审计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10. 可靠性治理：系统如何避免卡死与乱跑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LLM 调用治理：超时计划、重试、队列控制、fallback turn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调度治理：规则引擎防重复、防超预算、防低信号循环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终态治理：会话必须进入 completed/failed/cancelled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结论治理：可配置拒绝占位结论门禁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可恢复治理：events/sessions/tasks + WS resume/snapshot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11. 审计与可观测：如何追踪一次分析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关键事件：agent_command_issued、tool_context_prepared、tool_io、feedback、supervisor_decision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可追踪：谁下命令、谁调工具、命中什么 Skill、如何收敛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Incident 页面可直接查看 Skill 路由与工具审计卡片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12. 如何扩展新 Agent（工程路径）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更新协议文档（agent-catalog / protocol-contracts）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specs.py 增 AgentSpec，builder/routing 增映射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agent_tool_context_service 增上下文分支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新增对应 Skill 并放开 allowed_agents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补测试与回归验证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13. 如何扩展新 Skill（工程路径）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创建 backend/skills/skill-name/SKILL.md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写 front matter：name/description/triggers/agents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写 Goal / Checklist / Output Contract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命令中加 skill_hints 验证命中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在 Incident 页面确认 agent_skill_router 审计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F2937"/>
                </a:solidFill>
                <a:latin typeface="PingFang SC"/>
              </a:defRPr>
            </a:pPr>
            <a:r>
              <a:t>14. 总结与落地建议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四层流水线：主 Agent 指挥 -&gt; 工具/Skill -&gt; LLM -&gt; 系统治理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新人建议先读：langgraph_runtime + agent_tool_context_service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再读：agent_skill_service + settings 配置链路</a:t>
            </a:r>
          </a:p>
          <a:p>
            <a:pPr>
              <a:defRPr sz="2000">
                <a:solidFill>
                  <a:srgbClr val="1F2937"/>
                </a:solidFill>
                <a:latin typeface="PingFang SC"/>
              </a:defRPr>
            </a:pPr>
            <a:r>
              <a:t>最后结合真实 session 事件流做一次端到端追踪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